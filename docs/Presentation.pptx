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Lumios Brush" charset="1" panose="00000000000000000000"/>
      <p:regular r:id="rId11"/>
    </p:embeddedFont>
    <p:embeddedFont>
      <p:font typeface="Sofia Sans" charset="1" panose="00000000000000000000"/>
      <p:regular r:id="rId12"/>
    </p:embeddedFont>
    <p:embeddedFont>
      <p:font typeface="Handelson Four" charset="1" panose="00000100000000000000"/>
      <p:regular r:id="rId13"/>
    </p:embeddedFont>
    <p:embeddedFont>
      <p:font typeface="DM Sans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27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20777" t="0" r="-2077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33765" y="1686957"/>
            <a:ext cx="14020470" cy="6720098"/>
            <a:chOff x="0" y="0"/>
            <a:chExt cx="3692634" cy="17699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92634" cy="1769902"/>
            </a:xfrm>
            <a:custGeom>
              <a:avLst/>
              <a:gdLst/>
              <a:ahLst/>
              <a:cxnLst/>
              <a:rect r="r" b="b" t="t" l="l"/>
              <a:pathLst>
                <a:path h="1769902" w="3692634">
                  <a:moveTo>
                    <a:pt x="37549" y="0"/>
                  </a:moveTo>
                  <a:lnTo>
                    <a:pt x="3655085" y="0"/>
                  </a:lnTo>
                  <a:cubicBezTo>
                    <a:pt x="3675823" y="0"/>
                    <a:pt x="3692634" y="16811"/>
                    <a:pt x="3692634" y="37549"/>
                  </a:cubicBezTo>
                  <a:lnTo>
                    <a:pt x="3692634" y="1732354"/>
                  </a:lnTo>
                  <a:cubicBezTo>
                    <a:pt x="3692634" y="1753091"/>
                    <a:pt x="3675823" y="1769902"/>
                    <a:pt x="3655085" y="1769902"/>
                  </a:cubicBezTo>
                  <a:lnTo>
                    <a:pt x="37549" y="1769902"/>
                  </a:lnTo>
                  <a:cubicBezTo>
                    <a:pt x="16811" y="1769902"/>
                    <a:pt x="0" y="1753091"/>
                    <a:pt x="0" y="1732354"/>
                  </a:cubicBezTo>
                  <a:lnTo>
                    <a:pt x="0" y="37549"/>
                  </a:lnTo>
                  <a:cubicBezTo>
                    <a:pt x="0" y="16811"/>
                    <a:pt x="16811" y="0"/>
                    <a:pt x="375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92634" cy="1808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3765" y="-1555863"/>
            <a:ext cx="14020470" cy="893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01"/>
              </a:lnSpc>
              <a:spcBef>
                <a:spcPct val="0"/>
              </a:spcBef>
            </a:pPr>
            <a:r>
              <a:rPr lang="en-US" sz="33501">
                <a:solidFill>
                  <a:srgbClr val="42AA5D"/>
                </a:solidFill>
                <a:latin typeface="Lumios Brush"/>
                <a:ea typeface="Lumios Brush"/>
                <a:cs typeface="Lumios Brush"/>
                <a:sym typeface="Lumios Brush"/>
              </a:rPr>
              <a:t>Rebank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893966" y="369841"/>
            <a:ext cx="5613922" cy="4273598"/>
          </a:xfrm>
          <a:custGeom>
            <a:avLst/>
            <a:gdLst/>
            <a:ahLst/>
            <a:cxnLst/>
            <a:rect r="r" b="b" t="t" l="l"/>
            <a:pathLst>
              <a:path h="4273598" w="5613922">
                <a:moveTo>
                  <a:pt x="0" y="0"/>
                </a:moveTo>
                <a:lnTo>
                  <a:pt x="5613923" y="0"/>
                </a:lnTo>
                <a:lnTo>
                  <a:pt x="5613923" y="4273599"/>
                </a:lnTo>
                <a:lnTo>
                  <a:pt x="0" y="4273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20689" y="369841"/>
            <a:ext cx="3492378" cy="1903346"/>
          </a:xfrm>
          <a:custGeom>
            <a:avLst/>
            <a:gdLst/>
            <a:ahLst/>
            <a:cxnLst/>
            <a:rect r="r" b="b" t="t" l="l"/>
            <a:pathLst>
              <a:path h="1903346" w="3492378">
                <a:moveTo>
                  <a:pt x="0" y="0"/>
                </a:moveTo>
                <a:lnTo>
                  <a:pt x="3492378" y="0"/>
                </a:lnTo>
                <a:lnTo>
                  <a:pt x="3492378" y="1903346"/>
                </a:lnTo>
                <a:lnTo>
                  <a:pt x="0" y="1903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87516">
            <a:off x="15314824" y="2039670"/>
            <a:ext cx="3579876" cy="4114800"/>
          </a:xfrm>
          <a:custGeom>
            <a:avLst/>
            <a:gdLst/>
            <a:ahLst/>
            <a:cxnLst/>
            <a:rect r="r" b="b" t="t" l="l"/>
            <a:pathLst>
              <a:path h="4114800" w="3579876">
                <a:moveTo>
                  <a:pt x="0" y="0"/>
                </a:moveTo>
                <a:lnTo>
                  <a:pt x="3579876" y="0"/>
                </a:lnTo>
                <a:lnTo>
                  <a:pt x="35798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086157" y="7982142"/>
            <a:ext cx="3510725" cy="3264974"/>
          </a:xfrm>
          <a:custGeom>
            <a:avLst/>
            <a:gdLst/>
            <a:ahLst/>
            <a:cxnLst/>
            <a:rect r="r" b="b" t="t" l="l"/>
            <a:pathLst>
              <a:path h="3264974" w="3510725">
                <a:moveTo>
                  <a:pt x="0" y="0"/>
                </a:moveTo>
                <a:lnTo>
                  <a:pt x="3510725" y="0"/>
                </a:lnTo>
                <a:lnTo>
                  <a:pt x="3510725" y="3264974"/>
                </a:lnTo>
                <a:lnTo>
                  <a:pt x="0" y="32649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40981" y="7003792"/>
            <a:ext cx="3978802" cy="2387281"/>
          </a:xfrm>
          <a:custGeom>
            <a:avLst/>
            <a:gdLst/>
            <a:ahLst/>
            <a:cxnLst/>
            <a:rect r="r" b="b" t="t" l="l"/>
            <a:pathLst>
              <a:path h="2387281" w="3978802">
                <a:moveTo>
                  <a:pt x="0" y="0"/>
                </a:moveTo>
                <a:lnTo>
                  <a:pt x="3978802" y="0"/>
                </a:lnTo>
                <a:lnTo>
                  <a:pt x="3978802" y="2387281"/>
                </a:lnTo>
                <a:lnTo>
                  <a:pt x="0" y="23872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80643" y="7227348"/>
            <a:ext cx="3909024" cy="2599501"/>
          </a:xfrm>
          <a:custGeom>
            <a:avLst/>
            <a:gdLst/>
            <a:ahLst/>
            <a:cxnLst/>
            <a:rect r="r" b="b" t="t" l="l"/>
            <a:pathLst>
              <a:path h="2599501" w="3909024">
                <a:moveTo>
                  <a:pt x="0" y="0"/>
                </a:moveTo>
                <a:lnTo>
                  <a:pt x="3909023" y="0"/>
                </a:lnTo>
                <a:lnTo>
                  <a:pt x="3909023" y="2599500"/>
                </a:lnTo>
                <a:lnTo>
                  <a:pt x="0" y="2599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366642" y="5640372"/>
            <a:ext cx="9554716" cy="2028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8"/>
              </a:lnSpc>
            </a:pPr>
            <a:r>
              <a:rPr lang="en-US" sz="2870">
                <a:solidFill>
                  <a:srgbClr val="000000"/>
                </a:solidFill>
                <a:latin typeface="Sofia Sans"/>
                <a:ea typeface="Sofia Sans"/>
                <a:cs typeface="Sofia Sans"/>
                <a:sym typeface="Sofia Sans"/>
              </a:rPr>
              <a:t>ИЗГОТВЕН ОТ:</a:t>
            </a:r>
          </a:p>
          <a:p>
            <a:pPr algn="ctr" marL="0" indent="0" lvl="0">
              <a:lnSpc>
                <a:spcPts val="4018"/>
              </a:lnSpc>
              <a:spcBef>
                <a:spcPct val="0"/>
              </a:spcBef>
            </a:pPr>
            <a:r>
              <a:rPr lang="en-US" sz="2870">
                <a:solidFill>
                  <a:srgbClr val="000000"/>
                </a:solidFill>
                <a:latin typeface="Sofia Sans"/>
                <a:ea typeface="Sofia Sans"/>
                <a:cs typeface="Sofia Sans"/>
                <a:sym typeface="Sofia Sans"/>
              </a:rPr>
              <a:t> МАРТИН ДИМИТРОВ, НИКОЛ СТОЯНОВА , ОЛЕКСАНДЪР ВИНИЧЕНКО, АСПАРУХ ГЕОРГИЕВ, АНТОН БАБЕВ, НИКОЛАЙ ЖЕЛЕВ, МАРТИН ШАВОВ,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20777" t="0" r="-2077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31241" y="4830540"/>
            <a:ext cx="3555873" cy="2706908"/>
          </a:xfrm>
          <a:custGeom>
            <a:avLst/>
            <a:gdLst/>
            <a:ahLst/>
            <a:cxnLst/>
            <a:rect r="r" b="b" t="t" l="l"/>
            <a:pathLst>
              <a:path h="2706908" w="3555873">
                <a:moveTo>
                  <a:pt x="0" y="0"/>
                </a:moveTo>
                <a:lnTo>
                  <a:pt x="3555873" y="0"/>
                </a:lnTo>
                <a:lnTo>
                  <a:pt x="3555873" y="2706908"/>
                </a:lnTo>
                <a:lnTo>
                  <a:pt x="0" y="2706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3013568" cy="3284543"/>
          </a:xfrm>
          <a:custGeom>
            <a:avLst/>
            <a:gdLst/>
            <a:ahLst/>
            <a:cxnLst/>
            <a:rect r="r" b="b" t="t" l="l"/>
            <a:pathLst>
              <a:path h="3284543" w="3013568">
                <a:moveTo>
                  <a:pt x="0" y="0"/>
                </a:moveTo>
                <a:lnTo>
                  <a:pt x="3013568" y="0"/>
                </a:lnTo>
                <a:lnTo>
                  <a:pt x="3013568" y="3284543"/>
                </a:lnTo>
                <a:lnTo>
                  <a:pt x="0" y="32845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89729">
            <a:off x="942961" y="6428839"/>
            <a:ext cx="2452759" cy="2619769"/>
          </a:xfrm>
          <a:custGeom>
            <a:avLst/>
            <a:gdLst/>
            <a:ahLst/>
            <a:cxnLst/>
            <a:rect r="r" b="b" t="t" l="l"/>
            <a:pathLst>
              <a:path h="2619769" w="2452759">
                <a:moveTo>
                  <a:pt x="0" y="0"/>
                </a:moveTo>
                <a:lnTo>
                  <a:pt x="2452759" y="0"/>
                </a:lnTo>
                <a:lnTo>
                  <a:pt x="2452759" y="2619769"/>
                </a:lnTo>
                <a:lnTo>
                  <a:pt x="0" y="26197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78823" y="268849"/>
            <a:ext cx="10330354" cy="255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23"/>
              </a:lnSpc>
              <a:spcBef>
                <a:spcPct val="0"/>
              </a:spcBef>
            </a:pPr>
            <a:r>
              <a:rPr lang="en-US" sz="14873">
                <a:solidFill>
                  <a:srgbClr val="42AA5D"/>
                </a:solidFill>
                <a:latin typeface="Sofia Sans"/>
                <a:ea typeface="Sofia Sans"/>
                <a:cs typeface="Sofia Sans"/>
                <a:sym typeface="Sofia Sans"/>
              </a:rPr>
              <a:t>ЦЕЛ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98458" y="2319934"/>
            <a:ext cx="9891083" cy="478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1"/>
              </a:lnSpc>
            </a:pPr>
            <a:r>
              <a:rPr lang="en-US" sz="6399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С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истема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 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за управление на банкови сметки. Целта е да се помогне на клиентите и да управляват своите банкови сметки, баланси и транзакции.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98458" y="7032623"/>
            <a:ext cx="9891083" cy="230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1"/>
              </a:lnSpc>
            </a:pP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Проектът е разработен като уеб приложение с J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a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v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a 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и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 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S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p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r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in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g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 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Boo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t</a:t>
            </a:r>
            <a:r>
              <a:rPr lang="en-US" sz="6399" strike="noStrike" u="none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20777" t="0" r="-2077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06655" y="414579"/>
            <a:ext cx="3005711" cy="1803427"/>
          </a:xfrm>
          <a:custGeom>
            <a:avLst/>
            <a:gdLst/>
            <a:ahLst/>
            <a:cxnLst/>
            <a:rect r="r" b="b" t="t" l="l"/>
            <a:pathLst>
              <a:path h="1803427" w="3005711">
                <a:moveTo>
                  <a:pt x="0" y="0"/>
                </a:moveTo>
                <a:lnTo>
                  <a:pt x="3005711" y="0"/>
                </a:lnTo>
                <a:lnTo>
                  <a:pt x="3005711" y="1803427"/>
                </a:lnTo>
                <a:lnTo>
                  <a:pt x="0" y="1803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-703008"/>
            <a:ext cx="9450375" cy="310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277"/>
              </a:lnSpc>
              <a:spcBef>
                <a:spcPct val="0"/>
              </a:spcBef>
            </a:pPr>
            <a:r>
              <a:rPr lang="en-US" sz="11626">
                <a:solidFill>
                  <a:srgbClr val="42AA5D"/>
                </a:solidFill>
                <a:latin typeface="Lumios Brush"/>
                <a:ea typeface="Lumios Brush"/>
                <a:cs typeface="Lumios Brush"/>
                <a:sym typeface="Lumios Brush"/>
              </a:rPr>
              <a:t>Kлючови</a:t>
            </a:r>
            <a:r>
              <a:rPr lang="en-US" sz="11626" strike="noStrike" u="none">
                <a:solidFill>
                  <a:srgbClr val="42AA5D"/>
                </a:solidFill>
                <a:latin typeface="Lumios Brush"/>
                <a:ea typeface="Lumios Brush"/>
                <a:cs typeface="Lumios Brush"/>
                <a:sym typeface="Lumios Brush"/>
              </a:rPr>
              <a:t> </a:t>
            </a:r>
            <a:r>
              <a:rPr lang="en-US" sz="11626" strike="noStrike" u="none">
                <a:solidFill>
                  <a:srgbClr val="42AA5D"/>
                </a:solidFill>
                <a:latin typeface="Lumios Brush"/>
                <a:ea typeface="Lumios Brush"/>
                <a:cs typeface="Lumios Brush"/>
                <a:sym typeface="Lumios Brush"/>
              </a:rPr>
              <a:t>функции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39417"/>
            <a:ext cx="1756834" cy="159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38"/>
              </a:lnSpc>
              <a:spcBef>
                <a:spcPct val="0"/>
              </a:spcBef>
            </a:pPr>
            <a:r>
              <a:rPr lang="en-US" sz="9242" strike="noStrike" u="none">
                <a:solidFill>
                  <a:srgbClr val="42AA5D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3978" y="5908403"/>
            <a:ext cx="1756834" cy="159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38"/>
              </a:lnSpc>
              <a:spcBef>
                <a:spcPct val="0"/>
              </a:spcBef>
            </a:pPr>
            <a:r>
              <a:rPr lang="en-US" sz="9242" strike="noStrike" u="none">
                <a:solidFill>
                  <a:srgbClr val="42AA5D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82241" y="2839417"/>
            <a:ext cx="1756834" cy="159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38"/>
              </a:lnSpc>
              <a:spcBef>
                <a:spcPct val="0"/>
              </a:spcBef>
            </a:pPr>
            <a:r>
              <a:rPr lang="en-US" sz="9242" strike="noStrike" u="none">
                <a:solidFill>
                  <a:srgbClr val="42AA5D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2241" y="6106193"/>
            <a:ext cx="1756834" cy="159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38"/>
              </a:lnSpc>
              <a:spcBef>
                <a:spcPct val="0"/>
              </a:spcBef>
            </a:pPr>
            <a:r>
              <a:rPr lang="en-US" sz="9242" strike="noStrike" u="none">
                <a:solidFill>
                  <a:srgbClr val="42AA5D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04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780811" y="3263476"/>
            <a:ext cx="6979846" cy="2420919"/>
            <a:chOff x="0" y="0"/>
            <a:chExt cx="9306462" cy="322789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790575"/>
              <a:ext cx="9306462" cy="220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Вход в системата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680609"/>
              <a:ext cx="9306462" cy="1547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85534" y="6523660"/>
            <a:ext cx="6096707" cy="2355456"/>
            <a:chOff x="0" y="0"/>
            <a:chExt cx="8128943" cy="314060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790575"/>
              <a:ext cx="8128943" cy="220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Управление на сесия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593325"/>
              <a:ext cx="8128943" cy="1547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39074" y="3256884"/>
            <a:ext cx="6915735" cy="2355456"/>
            <a:chOff x="0" y="0"/>
            <a:chExt cx="9220980" cy="314060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790575"/>
              <a:ext cx="9220980" cy="220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Хеширане на пароли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593325"/>
              <a:ext cx="9220980" cy="1547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624792" y="6650565"/>
            <a:ext cx="6634508" cy="2355456"/>
            <a:chOff x="0" y="0"/>
            <a:chExt cx="8846010" cy="3140608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790575"/>
              <a:ext cx="8846010" cy="220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Потребителско табло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593325"/>
              <a:ext cx="8846010" cy="1547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9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20777" t="0" r="-2077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88972" y="465450"/>
            <a:ext cx="3838595" cy="2492973"/>
            <a:chOff x="0" y="0"/>
            <a:chExt cx="1010988" cy="6565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0988" cy="656586"/>
            </a:xfrm>
            <a:custGeom>
              <a:avLst/>
              <a:gdLst/>
              <a:ahLst/>
              <a:cxnLst/>
              <a:rect r="r" b="b" t="t" l="l"/>
              <a:pathLst>
                <a:path h="656586" w="1010988">
                  <a:moveTo>
                    <a:pt x="0" y="0"/>
                  </a:moveTo>
                  <a:lnTo>
                    <a:pt x="1010988" y="0"/>
                  </a:lnTo>
                  <a:lnTo>
                    <a:pt x="1010988" y="656586"/>
                  </a:lnTo>
                  <a:lnTo>
                    <a:pt x="0" y="6565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10988" cy="6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358260" y="218976"/>
            <a:ext cx="4343713" cy="2980873"/>
          </a:xfrm>
          <a:custGeom>
            <a:avLst/>
            <a:gdLst/>
            <a:ahLst/>
            <a:cxnLst/>
            <a:rect r="r" b="b" t="t" l="l"/>
            <a:pathLst>
              <a:path h="2980873" w="4343713">
                <a:moveTo>
                  <a:pt x="0" y="0"/>
                </a:moveTo>
                <a:lnTo>
                  <a:pt x="4343713" y="0"/>
                </a:lnTo>
                <a:lnTo>
                  <a:pt x="4343713" y="2980873"/>
                </a:lnTo>
                <a:lnTo>
                  <a:pt x="0" y="298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359882" y="585688"/>
            <a:ext cx="3838595" cy="2492973"/>
            <a:chOff x="0" y="0"/>
            <a:chExt cx="1010988" cy="6565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0988" cy="656586"/>
            </a:xfrm>
            <a:custGeom>
              <a:avLst/>
              <a:gdLst/>
              <a:ahLst/>
              <a:cxnLst/>
              <a:rect r="r" b="b" t="t" l="l"/>
              <a:pathLst>
                <a:path h="656586" w="1010988">
                  <a:moveTo>
                    <a:pt x="0" y="0"/>
                  </a:moveTo>
                  <a:lnTo>
                    <a:pt x="1010988" y="0"/>
                  </a:lnTo>
                  <a:lnTo>
                    <a:pt x="1010988" y="656586"/>
                  </a:lnTo>
                  <a:lnTo>
                    <a:pt x="0" y="6565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0988" cy="6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018247" y="339214"/>
            <a:ext cx="4343713" cy="2980873"/>
          </a:xfrm>
          <a:custGeom>
            <a:avLst/>
            <a:gdLst/>
            <a:ahLst/>
            <a:cxnLst/>
            <a:rect r="r" b="b" t="t" l="l"/>
            <a:pathLst>
              <a:path h="2980873" w="4343713">
                <a:moveTo>
                  <a:pt x="0" y="0"/>
                </a:moveTo>
                <a:lnTo>
                  <a:pt x="4343713" y="0"/>
                </a:lnTo>
                <a:lnTo>
                  <a:pt x="4343713" y="2980873"/>
                </a:lnTo>
                <a:lnTo>
                  <a:pt x="0" y="298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49639" y="6223787"/>
            <a:ext cx="3838595" cy="2492973"/>
            <a:chOff x="0" y="0"/>
            <a:chExt cx="1010988" cy="6565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0988" cy="656586"/>
            </a:xfrm>
            <a:custGeom>
              <a:avLst/>
              <a:gdLst/>
              <a:ahLst/>
              <a:cxnLst/>
              <a:rect r="r" b="b" t="t" l="l"/>
              <a:pathLst>
                <a:path h="656586" w="1010988">
                  <a:moveTo>
                    <a:pt x="0" y="0"/>
                  </a:moveTo>
                  <a:lnTo>
                    <a:pt x="1010988" y="0"/>
                  </a:lnTo>
                  <a:lnTo>
                    <a:pt x="1010988" y="656586"/>
                  </a:lnTo>
                  <a:lnTo>
                    <a:pt x="0" y="6565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10988" cy="6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44521" y="5977714"/>
            <a:ext cx="4343713" cy="2980873"/>
          </a:xfrm>
          <a:custGeom>
            <a:avLst/>
            <a:gdLst/>
            <a:ahLst/>
            <a:cxnLst/>
            <a:rect r="r" b="b" t="t" l="l"/>
            <a:pathLst>
              <a:path h="2980873" w="4343713">
                <a:moveTo>
                  <a:pt x="0" y="0"/>
                </a:moveTo>
                <a:lnTo>
                  <a:pt x="4343713" y="0"/>
                </a:lnTo>
                <a:lnTo>
                  <a:pt x="4343713" y="2980873"/>
                </a:lnTo>
                <a:lnTo>
                  <a:pt x="0" y="298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239673" y="3752212"/>
            <a:ext cx="3838595" cy="2492973"/>
            <a:chOff x="0" y="0"/>
            <a:chExt cx="1010988" cy="6565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0988" cy="656586"/>
            </a:xfrm>
            <a:custGeom>
              <a:avLst/>
              <a:gdLst/>
              <a:ahLst/>
              <a:cxnLst/>
              <a:rect r="r" b="b" t="t" l="l"/>
              <a:pathLst>
                <a:path h="656586" w="1010988">
                  <a:moveTo>
                    <a:pt x="0" y="0"/>
                  </a:moveTo>
                  <a:lnTo>
                    <a:pt x="1010988" y="0"/>
                  </a:lnTo>
                  <a:lnTo>
                    <a:pt x="1010988" y="656586"/>
                  </a:lnTo>
                  <a:lnTo>
                    <a:pt x="0" y="6565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10988" cy="6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915587" y="3506139"/>
            <a:ext cx="4343713" cy="2980873"/>
          </a:xfrm>
          <a:custGeom>
            <a:avLst/>
            <a:gdLst/>
            <a:ahLst/>
            <a:cxnLst/>
            <a:rect r="r" b="b" t="t" l="l"/>
            <a:pathLst>
              <a:path h="2980873" w="4343713">
                <a:moveTo>
                  <a:pt x="0" y="0"/>
                </a:moveTo>
                <a:lnTo>
                  <a:pt x="4343713" y="0"/>
                </a:lnTo>
                <a:lnTo>
                  <a:pt x="4343713" y="2980873"/>
                </a:lnTo>
                <a:lnTo>
                  <a:pt x="0" y="298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089971" y="7243146"/>
            <a:ext cx="3838595" cy="2492973"/>
            <a:chOff x="0" y="0"/>
            <a:chExt cx="1010988" cy="6565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0988" cy="656586"/>
            </a:xfrm>
            <a:custGeom>
              <a:avLst/>
              <a:gdLst/>
              <a:ahLst/>
              <a:cxnLst/>
              <a:rect r="r" b="b" t="t" l="l"/>
              <a:pathLst>
                <a:path h="656586" w="1010988">
                  <a:moveTo>
                    <a:pt x="0" y="0"/>
                  </a:moveTo>
                  <a:lnTo>
                    <a:pt x="1010988" y="0"/>
                  </a:lnTo>
                  <a:lnTo>
                    <a:pt x="1010988" y="656586"/>
                  </a:lnTo>
                  <a:lnTo>
                    <a:pt x="0" y="6565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10988" cy="6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5837412" y="7068850"/>
            <a:ext cx="4343713" cy="2980873"/>
          </a:xfrm>
          <a:custGeom>
            <a:avLst/>
            <a:gdLst/>
            <a:ahLst/>
            <a:cxnLst/>
            <a:rect r="r" b="b" t="t" l="l"/>
            <a:pathLst>
              <a:path h="2980873" w="4343713">
                <a:moveTo>
                  <a:pt x="0" y="0"/>
                </a:moveTo>
                <a:lnTo>
                  <a:pt x="4343713" y="0"/>
                </a:lnTo>
                <a:lnTo>
                  <a:pt x="4343713" y="2980873"/>
                </a:lnTo>
                <a:lnTo>
                  <a:pt x="0" y="298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406499" y="7241023"/>
            <a:ext cx="3838595" cy="2492973"/>
            <a:chOff x="0" y="0"/>
            <a:chExt cx="1010988" cy="6565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0988" cy="656586"/>
            </a:xfrm>
            <a:custGeom>
              <a:avLst/>
              <a:gdLst/>
              <a:ahLst/>
              <a:cxnLst/>
              <a:rect r="r" b="b" t="t" l="l"/>
              <a:pathLst>
                <a:path h="656586" w="1010988">
                  <a:moveTo>
                    <a:pt x="0" y="0"/>
                  </a:moveTo>
                  <a:lnTo>
                    <a:pt x="1010988" y="0"/>
                  </a:lnTo>
                  <a:lnTo>
                    <a:pt x="1010988" y="656586"/>
                  </a:lnTo>
                  <a:lnTo>
                    <a:pt x="0" y="6565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10988" cy="6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990457" y="6997073"/>
            <a:ext cx="4343713" cy="2980873"/>
          </a:xfrm>
          <a:custGeom>
            <a:avLst/>
            <a:gdLst/>
            <a:ahLst/>
            <a:cxnLst/>
            <a:rect r="r" b="b" t="t" l="l"/>
            <a:pathLst>
              <a:path h="2980873" w="4343713">
                <a:moveTo>
                  <a:pt x="0" y="0"/>
                </a:moveTo>
                <a:lnTo>
                  <a:pt x="4343713" y="0"/>
                </a:lnTo>
                <a:lnTo>
                  <a:pt x="4343713" y="2980873"/>
                </a:lnTo>
                <a:lnTo>
                  <a:pt x="0" y="298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406499" y="4882971"/>
            <a:ext cx="1314855" cy="617982"/>
          </a:xfrm>
          <a:custGeom>
            <a:avLst/>
            <a:gdLst/>
            <a:ahLst/>
            <a:cxnLst/>
            <a:rect r="r" b="b" t="t" l="l"/>
            <a:pathLst>
              <a:path h="617982" w="1314855">
                <a:moveTo>
                  <a:pt x="0" y="0"/>
                </a:moveTo>
                <a:lnTo>
                  <a:pt x="1314855" y="0"/>
                </a:lnTo>
                <a:lnTo>
                  <a:pt x="1314855" y="617982"/>
                </a:lnTo>
                <a:lnTo>
                  <a:pt x="0" y="6179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-818699">
            <a:off x="5091518" y="5722661"/>
            <a:ext cx="1314855" cy="617982"/>
          </a:xfrm>
          <a:custGeom>
            <a:avLst/>
            <a:gdLst/>
            <a:ahLst/>
            <a:cxnLst/>
            <a:rect r="r" b="b" t="t" l="l"/>
            <a:pathLst>
              <a:path h="617982" w="1314855">
                <a:moveTo>
                  <a:pt x="1314855" y="0"/>
                </a:moveTo>
                <a:lnTo>
                  <a:pt x="0" y="0"/>
                </a:lnTo>
                <a:lnTo>
                  <a:pt x="0" y="617982"/>
                </a:lnTo>
                <a:lnTo>
                  <a:pt x="1314855" y="617982"/>
                </a:lnTo>
                <a:lnTo>
                  <a:pt x="131485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false" rot="4168007">
            <a:off x="7121394" y="3579778"/>
            <a:ext cx="1314855" cy="617982"/>
          </a:xfrm>
          <a:custGeom>
            <a:avLst/>
            <a:gdLst/>
            <a:ahLst/>
            <a:cxnLst/>
            <a:rect r="r" b="b" t="t" l="l"/>
            <a:pathLst>
              <a:path h="617982" w="1314855">
                <a:moveTo>
                  <a:pt x="1314856" y="0"/>
                </a:moveTo>
                <a:lnTo>
                  <a:pt x="0" y="0"/>
                </a:lnTo>
                <a:lnTo>
                  <a:pt x="0" y="617982"/>
                </a:lnTo>
                <a:lnTo>
                  <a:pt x="1314856" y="617982"/>
                </a:lnTo>
                <a:lnTo>
                  <a:pt x="131485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-3233078">
            <a:off x="7242198" y="6309372"/>
            <a:ext cx="1078814" cy="507042"/>
          </a:xfrm>
          <a:custGeom>
            <a:avLst/>
            <a:gdLst/>
            <a:ahLst/>
            <a:cxnLst/>
            <a:rect r="r" b="b" t="t" l="l"/>
            <a:pathLst>
              <a:path h="507042" w="1078814">
                <a:moveTo>
                  <a:pt x="1078813" y="0"/>
                </a:moveTo>
                <a:lnTo>
                  <a:pt x="0" y="0"/>
                </a:lnTo>
                <a:lnTo>
                  <a:pt x="0" y="507042"/>
                </a:lnTo>
                <a:lnTo>
                  <a:pt x="1078813" y="507042"/>
                </a:lnTo>
                <a:lnTo>
                  <a:pt x="107881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4039465">
            <a:off x="10994122" y="6034129"/>
            <a:ext cx="1314855" cy="617982"/>
          </a:xfrm>
          <a:custGeom>
            <a:avLst/>
            <a:gdLst/>
            <a:ahLst/>
            <a:cxnLst/>
            <a:rect r="r" b="b" t="t" l="l"/>
            <a:pathLst>
              <a:path h="617982" w="1314855">
                <a:moveTo>
                  <a:pt x="0" y="0"/>
                </a:moveTo>
                <a:lnTo>
                  <a:pt x="1314855" y="0"/>
                </a:lnTo>
                <a:lnTo>
                  <a:pt x="1314855" y="617982"/>
                </a:lnTo>
                <a:lnTo>
                  <a:pt x="0" y="6179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true" rot="-4127326">
            <a:off x="10906065" y="3580423"/>
            <a:ext cx="1314855" cy="617982"/>
          </a:xfrm>
          <a:custGeom>
            <a:avLst/>
            <a:gdLst/>
            <a:ahLst/>
            <a:cxnLst/>
            <a:rect r="r" b="b" t="t" l="l"/>
            <a:pathLst>
              <a:path h="617982" w="1314855">
                <a:moveTo>
                  <a:pt x="0" y="617982"/>
                </a:moveTo>
                <a:lnTo>
                  <a:pt x="1314855" y="617982"/>
                </a:lnTo>
                <a:lnTo>
                  <a:pt x="1314855" y="0"/>
                </a:lnTo>
                <a:lnTo>
                  <a:pt x="0" y="0"/>
                </a:lnTo>
                <a:lnTo>
                  <a:pt x="0" y="61798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902323" y="3789412"/>
            <a:ext cx="6009936" cy="265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59"/>
              </a:lnSpc>
              <a:spcBef>
                <a:spcPct val="0"/>
              </a:spcBef>
            </a:pPr>
            <a:r>
              <a:rPr lang="en-US" sz="9000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Използвани технологий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863378" y="690054"/>
            <a:ext cx="3511629" cy="1899410"/>
            <a:chOff x="0" y="0"/>
            <a:chExt cx="4682172" cy="2532547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561975"/>
              <a:ext cx="4682172" cy="154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870"/>
                </a:lnSpc>
                <a:spcBef>
                  <a:spcPct val="0"/>
                </a:spcBef>
              </a:pPr>
              <a:r>
                <a:rPr lang="en-US" sz="4907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Java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1045389"/>
              <a:ext cx="4682172" cy="148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290"/>
                </a:lnSpc>
                <a:spcBef>
                  <a:spcPct val="0"/>
                </a:spcBef>
              </a:pPr>
              <a:r>
                <a:rPr lang="en-US" sz="1635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Lorem ipsum dolor sit amet, consectetur adipiscing elit. Ut a enim nec nisl ullamcorper eleifend. Praesent risus leo, fringilla et ipsum.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523365" y="810291"/>
            <a:ext cx="3511629" cy="1899410"/>
            <a:chOff x="0" y="0"/>
            <a:chExt cx="4682172" cy="2532547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0" y="-561975"/>
              <a:ext cx="4682172" cy="154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870"/>
                </a:lnSpc>
                <a:spcBef>
                  <a:spcPct val="0"/>
                </a:spcBef>
              </a:pPr>
              <a:r>
                <a:rPr lang="en-US" sz="4907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Spri</a:t>
              </a:r>
              <a:r>
                <a:rPr lang="en-US" sz="4907" strike="noStrike" u="none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n</a:t>
              </a:r>
              <a:r>
                <a:rPr lang="en-US" sz="4907" strike="noStrike" u="none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g Boot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1045389"/>
              <a:ext cx="4682172" cy="148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290"/>
                </a:lnSpc>
                <a:spcBef>
                  <a:spcPct val="0"/>
                </a:spcBef>
              </a:pPr>
              <a:r>
                <a:rPr lang="en-US" sz="1635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Lorem ipsum dolor sit amet, consectetur adipiscing elit. Ut a enim nec nisl ullamcorper eleifend. Praesent risus leo, fringilla et ipsum.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9639" y="6448792"/>
            <a:ext cx="3511629" cy="1899410"/>
            <a:chOff x="0" y="0"/>
            <a:chExt cx="4682172" cy="2532547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-561975"/>
              <a:ext cx="4682172" cy="154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870"/>
                </a:lnSpc>
                <a:spcBef>
                  <a:spcPct val="0"/>
                </a:spcBef>
              </a:pPr>
              <a:r>
                <a:rPr lang="en-US" sz="4907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Thymeleaf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1045389"/>
              <a:ext cx="4682172" cy="148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290"/>
                </a:lnSpc>
                <a:spcBef>
                  <a:spcPct val="0"/>
                </a:spcBef>
              </a:pPr>
              <a:r>
                <a:rPr lang="en-US" sz="1635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Lorem ipsum dolor sit amet, consectetur adipiscing elit. Ut a enim nec nisl ullamcorper eleifend. Praesent risus leo, fringilla et ipsum.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420705" y="3977217"/>
            <a:ext cx="3511629" cy="1899410"/>
            <a:chOff x="0" y="0"/>
            <a:chExt cx="4682172" cy="2532547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-561975"/>
              <a:ext cx="4682172" cy="154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870"/>
                </a:lnSpc>
                <a:spcBef>
                  <a:spcPct val="0"/>
                </a:spcBef>
              </a:pPr>
              <a:r>
                <a:rPr lang="en-US" sz="4907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P</a:t>
              </a:r>
              <a:r>
                <a:rPr lang="en-US" sz="4907" strike="noStrike" u="none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ost</a:t>
              </a:r>
              <a:r>
                <a:rPr lang="en-US" sz="4907" strike="noStrike" u="none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greSQL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1045389"/>
              <a:ext cx="4682172" cy="148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290"/>
                </a:lnSpc>
                <a:spcBef>
                  <a:spcPct val="0"/>
                </a:spcBef>
              </a:pPr>
              <a:r>
                <a:rPr lang="en-US" sz="1635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Lorem ipsum dolor sit amet, consectetur adipiscing elit. Ut a enim nec nisl ullamcorper eleifend. Praesent risus leo, fringilla et ipsum.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342531" y="7539928"/>
            <a:ext cx="3511629" cy="1899410"/>
            <a:chOff x="0" y="0"/>
            <a:chExt cx="4682172" cy="2532547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0" y="-561975"/>
              <a:ext cx="4682172" cy="154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870"/>
                </a:lnSpc>
                <a:spcBef>
                  <a:spcPct val="0"/>
                </a:spcBef>
              </a:pPr>
              <a:r>
                <a:rPr lang="en-US" sz="4907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HTML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1045389"/>
              <a:ext cx="4682172" cy="148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290"/>
                </a:lnSpc>
                <a:spcBef>
                  <a:spcPct val="0"/>
                </a:spcBef>
              </a:pPr>
              <a:r>
                <a:rPr lang="en-US" sz="1635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Lorem ipsum dolor sit amet, consectetur adipiscing elit. Ut a enim nec nisl ullamcorper eleifend. Praesent risus leo, fringilla et ipsum.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495575" y="7468151"/>
            <a:ext cx="3511629" cy="1899410"/>
            <a:chOff x="0" y="0"/>
            <a:chExt cx="4682172" cy="2532547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0" y="-561975"/>
              <a:ext cx="4682172" cy="154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870"/>
                </a:lnSpc>
                <a:spcBef>
                  <a:spcPct val="0"/>
                </a:spcBef>
              </a:pPr>
              <a:r>
                <a:rPr lang="en-US" sz="4907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Mave</a:t>
              </a:r>
              <a:r>
                <a:rPr lang="en-US" sz="4907" strike="noStrike" u="none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n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0" y="1045389"/>
              <a:ext cx="4682172" cy="148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290"/>
                </a:lnSpc>
                <a:spcBef>
                  <a:spcPct val="0"/>
                </a:spcBef>
              </a:pPr>
              <a:r>
                <a:rPr lang="en-US" sz="1635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Lorem ipsum dolor sit amet, consectetur adipiscing elit. Ut a enim nec nisl ullamcorper eleifend. Praesent risus leo, fringilla et ipsum.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61756" y="2609816"/>
            <a:ext cx="3838595" cy="2492973"/>
            <a:chOff x="0" y="0"/>
            <a:chExt cx="1010988" cy="6565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0988" cy="656586"/>
            </a:xfrm>
            <a:custGeom>
              <a:avLst/>
              <a:gdLst/>
              <a:ahLst/>
              <a:cxnLst/>
              <a:rect r="r" b="b" t="t" l="l"/>
              <a:pathLst>
                <a:path h="656586" w="1010988">
                  <a:moveTo>
                    <a:pt x="0" y="0"/>
                  </a:moveTo>
                  <a:lnTo>
                    <a:pt x="1010988" y="0"/>
                  </a:lnTo>
                  <a:lnTo>
                    <a:pt x="1010988" y="656586"/>
                  </a:lnTo>
                  <a:lnTo>
                    <a:pt x="0" y="6565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10988" cy="6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356637" y="2363743"/>
            <a:ext cx="4343713" cy="2980873"/>
          </a:xfrm>
          <a:custGeom>
            <a:avLst/>
            <a:gdLst/>
            <a:ahLst/>
            <a:cxnLst/>
            <a:rect r="r" b="b" t="t" l="l"/>
            <a:pathLst>
              <a:path h="2980873" w="4343713">
                <a:moveTo>
                  <a:pt x="0" y="0"/>
                </a:moveTo>
                <a:lnTo>
                  <a:pt x="4343713" y="0"/>
                </a:lnTo>
                <a:lnTo>
                  <a:pt x="4343713" y="2980873"/>
                </a:lnTo>
                <a:lnTo>
                  <a:pt x="0" y="298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861756" y="2834821"/>
            <a:ext cx="3511629" cy="1899410"/>
            <a:chOff x="0" y="0"/>
            <a:chExt cx="4682172" cy="2532547"/>
          </a:xfrm>
        </p:grpSpPr>
        <p:sp>
          <p:nvSpPr>
            <p:cNvPr name="TextBox 57" id="57"/>
            <p:cNvSpPr txBox="true"/>
            <p:nvPr/>
          </p:nvSpPr>
          <p:spPr>
            <a:xfrm rot="0">
              <a:off x="0" y="-561975"/>
              <a:ext cx="4682172" cy="154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870"/>
                </a:lnSpc>
                <a:spcBef>
                  <a:spcPct val="0"/>
                </a:spcBef>
              </a:pPr>
              <a:r>
                <a:rPr lang="en-US" sz="4907">
                  <a:solidFill>
                    <a:srgbClr val="000000"/>
                  </a:solidFill>
                  <a:latin typeface="Lumios Brush"/>
                  <a:ea typeface="Lumios Brush"/>
                  <a:cs typeface="Lumios Brush"/>
                  <a:sym typeface="Lumios Brush"/>
                </a:rPr>
                <a:t>CSS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0" y="1045389"/>
              <a:ext cx="4682172" cy="148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290"/>
                </a:lnSpc>
                <a:spcBef>
                  <a:spcPct val="0"/>
                </a:spcBef>
              </a:pPr>
              <a:r>
                <a:rPr lang="en-US" sz="1635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Lorem ipsum dolor sit amet, consectetur adipiscing elit. Ut a enim nec nisl ullamcorper eleifend. Praesent risus leo, fringilla et ipsum.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true" flipV="false" rot="1733290">
            <a:off x="4960209" y="4098129"/>
            <a:ext cx="1314855" cy="617982"/>
          </a:xfrm>
          <a:custGeom>
            <a:avLst/>
            <a:gdLst/>
            <a:ahLst/>
            <a:cxnLst/>
            <a:rect r="r" b="b" t="t" l="l"/>
            <a:pathLst>
              <a:path h="617982" w="1314855">
                <a:moveTo>
                  <a:pt x="1314855" y="0"/>
                </a:moveTo>
                <a:lnTo>
                  <a:pt x="0" y="0"/>
                </a:lnTo>
                <a:lnTo>
                  <a:pt x="0" y="617982"/>
                </a:lnTo>
                <a:lnTo>
                  <a:pt x="1314855" y="617982"/>
                </a:lnTo>
                <a:lnTo>
                  <a:pt x="131485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20777" t="0" r="-2077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33765" y="1686957"/>
            <a:ext cx="14020470" cy="6720098"/>
            <a:chOff x="0" y="0"/>
            <a:chExt cx="3692634" cy="17699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92634" cy="1769902"/>
            </a:xfrm>
            <a:custGeom>
              <a:avLst/>
              <a:gdLst/>
              <a:ahLst/>
              <a:cxnLst/>
              <a:rect r="r" b="b" t="t" l="l"/>
              <a:pathLst>
                <a:path h="1769902" w="3692634">
                  <a:moveTo>
                    <a:pt x="37549" y="0"/>
                  </a:moveTo>
                  <a:lnTo>
                    <a:pt x="3655085" y="0"/>
                  </a:lnTo>
                  <a:cubicBezTo>
                    <a:pt x="3675823" y="0"/>
                    <a:pt x="3692634" y="16811"/>
                    <a:pt x="3692634" y="37549"/>
                  </a:cubicBezTo>
                  <a:lnTo>
                    <a:pt x="3692634" y="1732354"/>
                  </a:lnTo>
                  <a:cubicBezTo>
                    <a:pt x="3692634" y="1753091"/>
                    <a:pt x="3675823" y="1769902"/>
                    <a:pt x="3655085" y="1769902"/>
                  </a:cubicBezTo>
                  <a:lnTo>
                    <a:pt x="37549" y="1769902"/>
                  </a:lnTo>
                  <a:cubicBezTo>
                    <a:pt x="16811" y="1769902"/>
                    <a:pt x="0" y="1753091"/>
                    <a:pt x="0" y="1732354"/>
                  </a:cubicBezTo>
                  <a:lnTo>
                    <a:pt x="0" y="37549"/>
                  </a:lnTo>
                  <a:cubicBezTo>
                    <a:pt x="0" y="16811"/>
                    <a:pt x="16811" y="0"/>
                    <a:pt x="37549" y="0"/>
                  </a:cubicBezTo>
                  <a:close/>
                </a:path>
              </a:pathLst>
            </a:custGeom>
            <a:solidFill>
              <a:srgbClr val="42AA5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92634" cy="1808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578812"/>
            <a:ext cx="17950272" cy="726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76"/>
              </a:lnSpc>
              <a:spcBef>
                <a:spcPct val="0"/>
              </a:spcBef>
            </a:pPr>
            <a:r>
              <a:rPr lang="en-US" sz="16340">
                <a:solidFill>
                  <a:srgbClr val="000000"/>
                </a:solidFill>
                <a:latin typeface="Lumios Brush"/>
                <a:ea typeface="Lumios Brush"/>
                <a:cs typeface="Lumios Brush"/>
                <a:sym typeface="Lumios Brush"/>
              </a:rPr>
              <a:t>Да преминем към проекта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563060" y="7157889"/>
            <a:ext cx="4110491" cy="3129111"/>
          </a:xfrm>
          <a:custGeom>
            <a:avLst/>
            <a:gdLst/>
            <a:ahLst/>
            <a:cxnLst/>
            <a:rect r="r" b="b" t="t" l="l"/>
            <a:pathLst>
              <a:path h="3129111" w="4110491">
                <a:moveTo>
                  <a:pt x="0" y="0"/>
                </a:moveTo>
                <a:lnTo>
                  <a:pt x="4110491" y="0"/>
                </a:lnTo>
                <a:lnTo>
                  <a:pt x="4110491" y="3129111"/>
                </a:lnTo>
                <a:lnTo>
                  <a:pt x="0" y="31291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02432" y="7770772"/>
            <a:ext cx="3492378" cy="1903346"/>
          </a:xfrm>
          <a:custGeom>
            <a:avLst/>
            <a:gdLst/>
            <a:ahLst/>
            <a:cxnLst/>
            <a:rect r="r" b="b" t="t" l="l"/>
            <a:pathLst>
              <a:path h="1903346" w="3492378">
                <a:moveTo>
                  <a:pt x="0" y="0"/>
                </a:moveTo>
                <a:lnTo>
                  <a:pt x="3492378" y="0"/>
                </a:lnTo>
                <a:lnTo>
                  <a:pt x="3492378" y="1903345"/>
                </a:lnTo>
                <a:lnTo>
                  <a:pt x="0" y="19033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87516">
            <a:off x="14364297" y="-735886"/>
            <a:ext cx="3579876" cy="4114800"/>
          </a:xfrm>
          <a:custGeom>
            <a:avLst/>
            <a:gdLst/>
            <a:ahLst/>
            <a:cxnLst/>
            <a:rect r="r" b="b" t="t" l="l"/>
            <a:pathLst>
              <a:path h="4114800" w="3579876">
                <a:moveTo>
                  <a:pt x="0" y="0"/>
                </a:moveTo>
                <a:lnTo>
                  <a:pt x="3579876" y="0"/>
                </a:lnTo>
                <a:lnTo>
                  <a:pt x="35798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03938" y="3744378"/>
            <a:ext cx="3510725" cy="3264974"/>
          </a:xfrm>
          <a:custGeom>
            <a:avLst/>
            <a:gdLst/>
            <a:ahLst/>
            <a:cxnLst/>
            <a:rect r="r" b="b" t="t" l="l"/>
            <a:pathLst>
              <a:path h="3264974" w="3510725">
                <a:moveTo>
                  <a:pt x="0" y="0"/>
                </a:moveTo>
                <a:lnTo>
                  <a:pt x="3510724" y="0"/>
                </a:lnTo>
                <a:lnTo>
                  <a:pt x="3510724" y="3264975"/>
                </a:lnTo>
                <a:lnTo>
                  <a:pt x="0" y="32649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425957" y="4643440"/>
            <a:ext cx="3978802" cy="2387281"/>
          </a:xfrm>
          <a:custGeom>
            <a:avLst/>
            <a:gdLst/>
            <a:ahLst/>
            <a:cxnLst/>
            <a:rect r="r" b="b" t="t" l="l"/>
            <a:pathLst>
              <a:path h="2387281" w="3978802">
                <a:moveTo>
                  <a:pt x="0" y="0"/>
                </a:moveTo>
                <a:lnTo>
                  <a:pt x="3978803" y="0"/>
                </a:lnTo>
                <a:lnTo>
                  <a:pt x="3978803" y="2387281"/>
                </a:lnTo>
                <a:lnTo>
                  <a:pt x="0" y="23872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DAHWHgvbHMQ</dc:identifier>
  <dcterms:modified xsi:type="dcterms:W3CDTF">2011-08-01T06:04:30Z</dcterms:modified>
  <cp:revision>1</cp:revision>
  <dc:title>finance</dc:title>
</cp:coreProperties>
</file>